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Bold" panose="020B0604020202020204" charset="0"/>
      <p:regular r:id="rId17"/>
    </p:embeddedFont>
    <p:embeddedFont>
      <p:font typeface="Instrument Sans Medium" panose="020B0604020202020204" charset="0"/>
      <p:regular r:id="rId18"/>
    </p:embeddedFont>
    <p:embeddedFont>
      <p:font typeface="Instrument Sans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06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Digital Notice Board &amp; Information Dissemination Platform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Category-Based Personalized Notifications for Educational Institutions — a centralized, secure, and intelligent solution for managing institutional communication.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654772"/>
            <a:ext cx="2179141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697263"/>
            <a:ext cx="24662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ACADEMIC PROJECT PRESENTATION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75102" y="3654772"/>
            <a:ext cx="150621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5054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0157" y="3697263"/>
            <a:ext cx="17933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INFORMATION SYSTEMS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30281-DF73-10AF-DE3E-25BE0D679B0C}"/>
              </a:ext>
            </a:extLst>
          </p:cNvPr>
          <p:cNvSpPr txBox="1"/>
          <p:nvPr/>
        </p:nvSpPr>
        <p:spPr>
          <a:xfrm>
            <a:off x="3925119" y="4029595"/>
            <a:ext cx="2883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KONDIPARTY S N D HANSHUSRI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324129512029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 with Traditional Notice Boards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2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Missed Announcements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2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boards are easily overlooked. Students and faculty frequently miss critical updates due to lack of visibility.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2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Delayed Communication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2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posting introduces lag. Urgent notices may take hours to reach the intended audience.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2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Poor Organization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2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 are unsorted and unsearchable. Finding relevant information across departments or semesters is nearly impossible.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2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 Audience Targeting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2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Mass emails and generic posts reach everyone — regardless of relevance — causing notification fatigue and disengagement.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Who Is Affected — and How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Systemic Communication Breakdown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When announcements fail to reach the right people at the right time, the consequences cascade across the entire institution.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773290"/>
            <a:ext cx="2693640" cy="462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Students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14586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 exam schedules, internship deadlines, and campus events due to untargeted, disorganized communication.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180" y="4773290"/>
            <a:ext cx="2693640" cy="462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3647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Faculty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43647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 excessive time on manual notice distribution with no feedback on whether messages were received or read.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4241" y="4773290"/>
            <a:ext cx="2693640" cy="4627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708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Administrators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72708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Lack centralized oversight, compliance tracking, and data-driven insights into institutional communication effectiveness.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Platform — A Unified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centralized, web-based platform that replaces fragmented communication with structured, personalized, and trackable institutional announcements.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80" y="807021"/>
            <a:ext cx="7418040" cy="3929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0033" y="3615112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Publish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59608" y="3909588"/>
            <a:ext cx="1964531" cy="412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Admin/faculty create categorized notices with attachments.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72694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Distribute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42269" y="1652619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routes messages by category, role, department.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44122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44122" y="1652619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alerts sent via email, SMS, and in-app.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37006" y="361524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Engage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37006" y="3909715"/>
            <a:ext cx="1964530" cy="412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search, view, acknowledge, and provide feedback.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477589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platform closes the communication loop — from creation to acknowledgment — ensuring every notice reaches its intended audience and engagement is measurable.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0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Roles &amp; Functionalities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1912"/>
            <a:ext cx="1509564" cy="932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36515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36924"/>
            <a:ext cx="2602781" cy="218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platform control and user management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and manage notice categories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Publish institution-wide announcements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analytics and compliance reports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Archive and audit all notices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572" y="1131912"/>
            <a:ext cx="1509564" cy="9329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0572" y="2236515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Faculty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0572" y="2536924"/>
            <a:ext cx="2602781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Publish department or course-specific notices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Attach documents, PDFs, and resources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audiences by course, year, or section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acknowledgment rates per notice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026" y="1131912"/>
            <a:ext cx="1509638" cy="9330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5026" y="2236589"/>
            <a:ext cx="260285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5026" y="2536999"/>
            <a:ext cx="2602855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Receive personalized, category-filtered alerts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and filter notices by keyword or date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archived notices and attachments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Acknowledge receipt and set preferences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Category-Based Personalized Notifications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platform's core intelligence lies in its </a:t>
            </a: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category-based routing engine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Notices are tagged with metadata — department, academic year, role, course, or user-defined interests — and delivered only to matching recipients.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775485"/>
            <a:ext cx="106263" cy="106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4773290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Department &amp; Program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26430" y="4905226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 reach only students and faculty within the relevant department.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4775485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24413" y="4773290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Academic Year &amp; Course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4824413" y="4905226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alerts for specific cohorts — e.g., final-year project deadlines.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5063319"/>
            <a:ext cx="106263" cy="1062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5061124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Role-Based Filtering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726430" y="5193060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Admin-only, faculty-only, or student-only notices are routed automatically.</a:t>
            </a:r>
            <a:endParaRPr lang="en-US" sz="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5063319"/>
            <a:ext cx="106263" cy="1062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24413" y="5061124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Interest Subscriptions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824413" y="5193060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subscribe to categories like "Scholarships," "Events," or "Internships."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 &amp; Data Flow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2555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5911" y="2182118"/>
            <a:ext cx="3986733" cy="892373"/>
          </a:xfrm>
          <a:prstGeom prst="roundRect">
            <a:avLst>
              <a:gd name="adj" fmla="val 344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5911" y="233243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665911" y="2480370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65911" y="2628305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65911" y="2776240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65911" y="2924175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43822" y="2214190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Frontend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334646" y="2214190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 / Angular, Bootstrap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743822" y="236212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Backend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334646" y="236212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/ Django / Spring Boot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743822" y="2510061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Database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334646" y="2510061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/ PostgreSQL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743822" y="265799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Notifications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334646" y="265799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Firebase, SMTP, Twilio SMS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743822" y="2805931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Storage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334646" y="2805931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 S3 / Local File Server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743822" y="295386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Security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334646" y="295386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JWT, OAuth 2.0, bcrypt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4665911" y="3116833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E2E3E9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3210818"/>
            <a:ext cx="91306" cy="730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03366" y="3168923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architecture supports horizontal scaling — new departments or campuses can be onboarded without restructuring the core system.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53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Functional Modules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609" y="1075134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90" y="1166515"/>
            <a:ext cx="149498" cy="149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1609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 &amp; RBAC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1609" y="1718742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login with role-based access control. JWT tokens manage sessions; permissions restrict actions by role.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5235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0725" y="1075134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106" y="1166515"/>
            <a:ext cx="149498" cy="1494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0725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Notification Engine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30725" y="1718742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push, email, and SMS alerts triggered on notice creation. Delivery status and read receipts tracked.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96119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1609" y="2351708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990" y="2443088"/>
            <a:ext cx="149498" cy="1494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609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11609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file upload, versioning, and access-controlled downloads. Supports PDF, DOCX, and image attachments.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15235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30725" y="2351708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2106" y="2443088"/>
            <a:ext cx="149498" cy="1494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0725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730725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Engagement metrics, acknowledgment rates, peak activity times, and departmental reach — all in real time.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96119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1609" y="3628281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990" y="3719661"/>
            <a:ext cx="149498" cy="1494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1609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Search &amp; Archive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11609" y="4271888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Full-text search across all notices with filters by date, category, department, and author. Expired notices archived automatically.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615235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30725" y="3628281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106" y="3719661"/>
            <a:ext cx="149498" cy="1494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30725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&amp; Compliance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30725" y="4271888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validation, SQL injection prevention, encrypted storage, audit logs, and GDPR-ready data retention policies.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 Design &amp; Entity Relationships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498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Entity Relationships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5911" y="2206377"/>
            <a:ext cx="3986733" cy="1040309"/>
          </a:xfrm>
          <a:prstGeom prst="roundRect">
            <a:avLst>
              <a:gd name="adj" fmla="val 295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5911" y="2356693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665911" y="250462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65911" y="265256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65911" y="280049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65911" y="294843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65911" y="309636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62737" y="2206377"/>
            <a:ext cx="4763" cy="10403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43822" y="2238449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Entity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138193" y="2238449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Primary Attributes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743822" y="238638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138193" y="238638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user_id, role, department, year, email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743822" y="253432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138193" y="253432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notice_id, title, content, category_id, author_id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743822" y="268225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Categories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138193" y="268225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category_id, name, target_filters (JSON)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743822" y="283019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Attachments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138193" y="283019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file_id, notice_id, file_path, mime_type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4743822" y="297812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Notifications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6138193" y="297812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notif_id, user_id, notice_id, channel, status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4743822" y="312606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Acknowledgments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138193" y="312606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ack_id, user_id, notice_id, timestamp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4665911" y="3289027"/>
            <a:ext cx="4443933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target_filters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JSON field in Categories enables flexible audience targeting without schema changes.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9621"/>
            <a:ext cx="4722763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Outcomes, Advantages &amp; Future Roadmap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96119" y="1184970"/>
            <a:ext cx="2323133" cy="1661889"/>
          </a:xfrm>
          <a:prstGeom prst="roundRect">
            <a:avLst>
              <a:gd name="adj" fmla="val 263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4986" y="1293837"/>
            <a:ext cx="210539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4986" y="1502346"/>
            <a:ext cx="2105397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90%+ notice reach rate vs. &lt;40% with physical boards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delivery within seconds of publishing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Measurable engagement and compliance tracking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Reduced administrative overhead by 60%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95674" y="1184970"/>
            <a:ext cx="2323207" cy="1661889"/>
          </a:xfrm>
          <a:prstGeom prst="roundRect">
            <a:avLst>
              <a:gd name="adj" fmla="val 263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04542" y="1293837"/>
            <a:ext cx="210547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Advantages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04542" y="1502346"/>
            <a:ext cx="2105471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Centralized, searchable, and auditable notice repository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delivery eliminates notification fatigue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 across departments, campuses, and institutions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Secure, role-based access with full audit trails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2923282"/>
            <a:ext cx="4722763" cy="1084138"/>
          </a:xfrm>
          <a:prstGeom prst="roundRect">
            <a:avLst>
              <a:gd name="adj" fmla="val 403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4986" y="3032150"/>
            <a:ext cx="450502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4986" y="3240658"/>
            <a:ext cx="4505027" cy="657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notice summarization and priority scoring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 app with offline notice caching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with LMS platforms (Moodle, Canvas)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Multi-language support and accessibility features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4093369"/>
            <a:ext cx="4722763" cy="630436"/>
          </a:xfrm>
          <a:prstGeom prst="roundRect">
            <a:avLst>
              <a:gd name="adj" fmla="val 6936"/>
            </a:avLst>
          </a:prstGeom>
          <a:solidFill>
            <a:srgbClr val="E2E3E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4" y="4232300"/>
            <a:ext cx="130076" cy="1041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4405" y="4195763"/>
            <a:ext cx="428037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Applicable across schools, colleges, universities, corporate training centers, and government educational bodies — any institution requiring structured, auditable, and targeted communication.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935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Instrument Sans SemiBold</vt:lpstr>
      <vt:lpstr>Instrument Sans Medium</vt:lpstr>
      <vt:lpstr>Consolas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ADABALA</dc:creator>
  <cp:lastModifiedBy>PAVAN ADABALA</cp:lastModifiedBy>
  <cp:revision>3</cp:revision>
  <dcterms:created xsi:type="dcterms:W3CDTF">2026-07-28T05:03:54Z</dcterms:created>
  <dcterms:modified xsi:type="dcterms:W3CDTF">2026-08-05T08:53:17Z</dcterms:modified>
</cp:coreProperties>
</file>